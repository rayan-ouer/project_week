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aret" charset="1" panose="00000000000000000000"/>
      <p:regular r:id="rId14"/>
    </p:embeddedFont>
    <p:embeddedFont>
      <p:font typeface="Arimo Bold" charset="1" panose="020B0704020202020204"/>
      <p:regular r:id="rId15"/>
    </p:embeddedFont>
    <p:embeddedFont>
      <p:font typeface="Arimo" charset="1" panose="020B0604020202020204"/>
      <p:regular r:id="rId16"/>
    </p:embeddedFont>
    <p:embeddedFont>
      <p:font typeface="Roboto Bold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6.png" Type="http://schemas.openxmlformats.org/officeDocument/2006/relationships/image"/><Relationship Id="rId5" Target="https://project-week-tau.vercel.app" TargetMode="External" Type="http://schemas.openxmlformats.org/officeDocument/2006/relationships/hyperlink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5519" cy="10287000"/>
            <a:chOff x="0" y="0"/>
            <a:chExt cx="76711" cy="3839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711" cy="3839650"/>
            </a:xfrm>
            <a:custGeom>
              <a:avLst/>
              <a:gdLst/>
              <a:ahLst/>
              <a:cxnLst/>
              <a:rect r="r" b="b" t="t" l="l"/>
              <a:pathLst>
                <a:path h="3839650" w="76711">
                  <a:moveTo>
                    <a:pt x="0" y="0"/>
                  </a:moveTo>
                  <a:lnTo>
                    <a:pt x="76711" y="0"/>
                  </a:lnTo>
                  <a:lnTo>
                    <a:pt x="76711" y="3839650"/>
                  </a:lnTo>
                  <a:lnTo>
                    <a:pt x="0" y="3839650"/>
                  </a:lnTo>
                  <a:close/>
                </a:path>
              </a:pathLst>
            </a:custGeom>
            <a:solidFill>
              <a:srgbClr val="00AA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6711" cy="3839650"/>
            </a:xfrm>
            <a:prstGeom prst="rect">
              <a:avLst/>
            </a:prstGeom>
          </p:spPr>
          <p:txBody>
            <a:bodyPr anchor="ctr" rtlCol="false" tIns="48775" lIns="48775" bIns="48775" rIns="48775"/>
            <a:lstStyle/>
            <a:p>
              <a:pPr algn="ctr">
                <a:lnSpc>
                  <a:spcPts val="161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53096"/>
            <a:ext cx="6241504" cy="2496602"/>
          </a:xfrm>
          <a:custGeom>
            <a:avLst/>
            <a:gdLst/>
            <a:ahLst/>
            <a:cxnLst/>
            <a:rect r="r" b="b" t="t" l="l"/>
            <a:pathLst>
              <a:path h="2496602" w="6241504">
                <a:moveTo>
                  <a:pt x="0" y="0"/>
                </a:moveTo>
                <a:lnTo>
                  <a:pt x="6241504" y="0"/>
                </a:lnTo>
                <a:lnTo>
                  <a:pt x="6241504" y="2496602"/>
                </a:lnTo>
                <a:lnTo>
                  <a:pt x="0" y="2496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05391" y="8975091"/>
            <a:ext cx="569860" cy="569860"/>
          </a:xfrm>
          <a:custGeom>
            <a:avLst/>
            <a:gdLst/>
            <a:ahLst/>
            <a:cxnLst/>
            <a:rect r="r" b="b" t="t" l="l"/>
            <a:pathLst>
              <a:path h="569860" w="569860">
                <a:moveTo>
                  <a:pt x="0" y="0"/>
                </a:moveTo>
                <a:lnTo>
                  <a:pt x="569860" y="0"/>
                </a:lnTo>
                <a:lnTo>
                  <a:pt x="569860" y="569860"/>
                </a:lnTo>
                <a:lnTo>
                  <a:pt x="0" y="569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05391" y="9684384"/>
            <a:ext cx="569860" cy="569860"/>
          </a:xfrm>
          <a:custGeom>
            <a:avLst/>
            <a:gdLst/>
            <a:ahLst/>
            <a:cxnLst/>
            <a:rect r="r" b="b" t="t" l="l"/>
            <a:pathLst>
              <a:path h="569860" w="569860">
                <a:moveTo>
                  <a:pt x="0" y="0"/>
                </a:moveTo>
                <a:lnTo>
                  <a:pt x="569860" y="0"/>
                </a:lnTo>
                <a:lnTo>
                  <a:pt x="569860" y="569860"/>
                </a:lnTo>
                <a:lnTo>
                  <a:pt x="0" y="569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05391" y="8262356"/>
            <a:ext cx="569860" cy="569860"/>
          </a:xfrm>
          <a:custGeom>
            <a:avLst/>
            <a:gdLst/>
            <a:ahLst/>
            <a:cxnLst/>
            <a:rect r="r" b="b" t="t" l="l"/>
            <a:pathLst>
              <a:path h="569860" w="569860">
                <a:moveTo>
                  <a:pt x="0" y="0"/>
                </a:moveTo>
                <a:lnTo>
                  <a:pt x="569860" y="0"/>
                </a:lnTo>
                <a:lnTo>
                  <a:pt x="569860" y="569860"/>
                </a:lnTo>
                <a:lnTo>
                  <a:pt x="0" y="569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699516" y="4081687"/>
            <a:ext cx="10888968" cy="3661415"/>
          </a:xfrm>
          <a:custGeom>
            <a:avLst/>
            <a:gdLst/>
            <a:ahLst/>
            <a:cxnLst/>
            <a:rect r="r" b="b" t="t" l="l"/>
            <a:pathLst>
              <a:path h="3661415" w="10888968">
                <a:moveTo>
                  <a:pt x="0" y="0"/>
                </a:moveTo>
                <a:lnTo>
                  <a:pt x="10888968" y="0"/>
                </a:lnTo>
                <a:lnTo>
                  <a:pt x="10888968" y="3661415"/>
                </a:lnTo>
                <a:lnTo>
                  <a:pt x="0" y="3661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82161" y="436732"/>
            <a:ext cx="6288402" cy="2329329"/>
          </a:xfrm>
          <a:custGeom>
            <a:avLst/>
            <a:gdLst/>
            <a:ahLst/>
            <a:cxnLst/>
            <a:rect r="r" b="b" t="t" l="l"/>
            <a:pathLst>
              <a:path h="2329329" w="6288402">
                <a:moveTo>
                  <a:pt x="0" y="0"/>
                </a:moveTo>
                <a:lnTo>
                  <a:pt x="6288402" y="0"/>
                </a:lnTo>
                <a:lnTo>
                  <a:pt x="6288402" y="2329329"/>
                </a:lnTo>
                <a:lnTo>
                  <a:pt x="0" y="23293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195755" y="9041581"/>
            <a:ext cx="510254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Rayan OUERDANE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95755" y="9750874"/>
            <a:ext cx="582959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Ayrton LUDGER CROSNIER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95755" y="8328846"/>
            <a:ext cx="510254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Alen SARSEN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5519" cy="10287000"/>
            <a:chOff x="0" y="0"/>
            <a:chExt cx="76711" cy="3839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711" cy="3839650"/>
            </a:xfrm>
            <a:custGeom>
              <a:avLst/>
              <a:gdLst/>
              <a:ahLst/>
              <a:cxnLst/>
              <a:rect r="r" b="b" t="t" l="l"/>
              <a:pathLst>
                <a:path h="3839650" w="76711">
                  <a:moveTo>
                    <a:pt x="0" y="0"/>
                  </a:moveTo>
                  <a:lnTo>
                    <a:pt x="76711" y="0"/>
                  </a:lnTo>
                  <a:lnTo>
                    <a:pt x="76711" y="3839650"/>
                  </a:lnTo>
                  <a:lnTo>
                    <a:pt x="0" y="3839650"/>
                  </a:lnTo>
                  <a:close/>
                </a:path>
              </a:pathLst>
            </a:custGeom>
            <a:solidFill>
              <a:srgbClr val="00AA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6711" cy="3839650"/>
            </a:xfrm>
            <a:prstGeom prst="rect">
              <a:avLst/>
            </a:prstGeom>
          </p:spPr>
          <p:txBody>
            <a:bodyPr anchor="ctr" rtlCol="false" tIns="48775" lIns="48775" bIns="48775" rIns="48775"/>
            <a:lstStyle/>
            <a:p>
              <a:pPr algn="ctr">
                <a:lnSpc>
                  <a:spcPts val="161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76000" y="442177"/>
            <a:ext cx="3828706" cy="1531482"/>
          </a:xfrm>
          <a:custGeom>
            <a:avLst/>
            <a:gdLst/>
            <a:ahLst/>
            <a:cxnLst/>
            <a:rect r="r" b="b" t="t" l="l"/>
            <a:pathLst>
              <a:path h="1531482" w="3828706">
                <a:moveTo>
                  <a:pt x="0" y="0"/>
                </a:moveTo>
                <a:lnTo>
                  <a:pt x="3828706" y="0"/>
                </a:lnTo>
                <a:lnTo>
                  <a:pt x="3828706" y="1531483"/>
                </a:lnTo>
                <a:lnTo>
                  <a:pt x="0" y="1531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74354" y="369867"/>
            <a:ext cx="9539291" cy="3207587"/>
          </a:xfrm>
          <a:custGeom>
            <a:avLst/>
            <a:gdLst/>
            <a:ahLst/>
            <a:cxnLst/>
            <a:rect r="r" b="b" t="t" l="l"/>
            <a:pathLst>
              <a:path h="3207587" w="9539291">
                <a:moveTo>
                  <a:pt x="0" y="0"/>
                </a:moveTo>
                <a:lnTo>
                  <a:pt x="9539292" y="0"/>
                </a:lnTo>
                <a:lnTo>
                  <a:pt x="9539292" y="3207586"/>
                </a:lnTo>
                <a:lnTo>
                  <a:pt x="0" y="3207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7114" y="3673604"/>
            <a:ext cx="15093773" cy="5584696"/>
          </a:xfrm>
          <a:custGeom>
            <a:avLst/>
            <a:gdLst/>
            <a:ahLst/>
            <a:cxnLst/>
            <a:rect r="r" b="b" t="t" l="l"/>
            <a:pathLst>
              <a:path h="5584696" w="15093773">
                <a:moveTo>
                  <a:pt x="0" y="0"/>
                </a:moveTo>
                <a:lnTo>
                  <a:pt x="15093772" y="0"/>
                </a:lnTo>
                <a:lnTo>
                  <a:pt x="15093772" y="5584696"/>
                </a:lnTo>
                <a:lnTo>
                  <a:pt x="0" y="5584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47625" cap="rnd">
            <a:solidFill>
              <a:srgbClr val="00AA5A"/>
            </a:solidFill>
            <a:prstDash val="solid"/>
            <a:round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285121" y="308474"/>
            <a:ext cx="3888734" cy="1440452"/>
          </a:xfrm>
          <a:custGeom>
            <a:avLst/>
            <a:gdLst/>
            <a:ahLst/>
            <a:cxnLst/>
            <a:rect r="r" b="b" t="t" l="l"/>
            <a:pathLst>
              <a:path h="1440452" w="3888734">
                <a:moveTo>
                  <a:pt x="0" y="0"/>
                </a:moveTo>
                <a:lnTo>
                  <a:pt x="3888733" y="0"/>
                </a:lnTo>
                <a:lnTo>
                  <a:pt x="3888733" y="1440452"/>
                </a:lnTo>
                <a:lnTo>
                  <a:pt x="0" y="1440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5519" cy="10287000"/>
            <a:chOff x="0" y="0"/>
            <a:chExt cx="76711" cy="3839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711" cy="3839650"/>
            </a:xfrm>
            <a:custGeom>
              <a:avLst/>
              <a:gdLst/>
              <a:ahLst/>
              <a:cxnLst/>
              <a:rect r="r" b="b" t="t" l="l"/>
              <a:pathLst>
                <a:path h="3839650" w="76711">
                  <a:moveTo>
                    <a:pt x="0" y="0"/>
                  </a:moveTo>
                  <a:lnTo>
                    <a:pt x="76711" y="0"/>
                  </a:lnTo>
                  <a:lnTo>
                    <a:pt x="76711" y="3839650"/>
                  </a:lnTo>
                  <a:lnTo>
                    <a:pt x="0" y="3839650"/>
                  </a:lnTo>
                  <a:close/>
                </a:path>
              </a:pathLst>
            </a:custGeom>
            <a:solidFill>
              <a:srgbClr val="00AA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6711" cy="3839650"/>
            </a:xfrm>
            <a:prstGeom prst="rect">
              <a:avLst/>
            </a:prstGeom>
          </p:spPr>
          <p:txBody>
            <a:bodyPr anchor="ctr" rtlCol="false" tIns="48775" lIns="48775" bIns="48775" rIns="48775"/>
            <a:lstStyle/>
            <a:p>
              <a:pPr algn="ctr">
                <a:lnSpc>
                  <a:spcPts val="161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76000" y="442177"/>
            <a:ext cx="3828706" cy="1531482"/>
          </a:xfrm>
          <a:custGeom>
            <a:avLst/>
            <a:gdLst/>
            <a:ahLst/>
            <a:cxnLst/>
            <a:rect r="r" b="b" t="t" l="l"/>
            <a:pathLst>
              <a:path h="1531482" w="3828706">
                <a:moveTo>
                  <a:pt x="0" y="0"/>
                </a:moveTo>
                <a:lnTo>
                  <a:pt x="3828706" y="0"/>
                </a:lnTo>
                <a:lnTo>
                  <a:pt x="3828706" y="1531483"/>
                </a:lnTo>
                <a:lnTo>
                  <a:pt x="0" y="1531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36886" y="1026944"/>
            <a:ext cx="4614228" cy="133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44"/>
              </a:lnSpc>
              <a:spcBef>
                <a:spcPct val="0"/>
              </a:spcBef>
            </a:pPr>
            <a:r>
              <a:rPr lang="en-US" b="true" sz="7603" strike="noStrike" u="none">
                <a:solidFill>
                  <a:srgbClr val="303642"/>
                </a:solidFill>
                <a:latin typeface="Arimo Bold"/>
                <a:ea typeface="Arimo Bold"/>
                <a:cs typeface="Arimo Bold"/>
                <a:sym typeface="Arimo Bold"/>
              </a:rPr>
              <a:t>CONTEXT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27172" y="3906923"/>
            <a:ext cx="7660828" cy="535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3594" indent="-371797" lvl="1">
              <a:lnSpc>
                <a:spcPts val="6096"/>
              </a:lnSpc>
              <a:buFont typeface="Arial"/>
              <a:buChar char="•"/>
            </a:pPr>
            <a:r>
              <a:rPr lang="en-US" sz="34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 interactive map</a:t>
            </a:r>
          </a:p>
          <a:p>
            <a:pPr algn="l" marL="743594" indent="-371797" lvl="1">
              <a:lnSpc>
                <a:spcPts val="6096"/>
              </a:lnSpc>
              <a:buFont typeface="Arial"/>
              <a:buChar char="•"/>
            </a:pPr>
            <a:r>
              <a:rPr lang="en-US" sz="34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4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vents displayed on interactive timeline</a:t>
            </a:r>
          </a:p>
          <a:p>
            <a:pPr algn="l" marL="743594" indent="-371797" lvl="1">
              <a:lnSpc>
                <a:spcPts val="6096"/>
              </a:lnSpc>
              <a:buFont typeface="Arial"/>
              <a:buChar char="•"/>
            </a:pPr>
            <a:r>
              <a:rPr lang="en-US" sz="34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34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tatistics about the countries displayed on the map</a:t>
            </a:r>
          </a:p>
          <a:p>
            <a:pPr algn="l" marL="743594" indent="-371797" lvl="1">
              <a:lnSpc>
                <a:spcPts val="6096"/>
              </a:lnSpc>
              <a:buFont typeface="Arial"/>
              <a:buChar char="•"/>
            </a:pPr>
            <a:r>
              <a:rPr lang="en-US" sz="34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Additional Informations (chart)</a:t>
            </a:r>
          </a:p>
          <a:p>
            <a:pPr algn="ctr">
              <a:lnSpc>
                <a:spcPts val="6096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285121" y="308474"/>
            <a:ext cx="3888734" cy="1440452"/>
          </a:xfrm>
          <a:custGeom>
            <a:avLst/>
            <a:gdLst/>
            <a:ahLst/>
            <a:cxnLst/>
            <a:rect r="r" b="b" t="t" l="l"/>
            <a:pathLst>
              <a:path h="1440452" w="3888734">
                <a:moveTo>
                  <a:pt x="0" y="0"/>
                </a:moveTo>
                <a:lnTo>
                  <a:pt x="3888733" y="0"/>
                </a:lnTo>
                <a:lnTo>
                  <a:pt x="3888733" y="1440452"/>
                </a:lnTo>
                <a:lnTo>
                  <a:pt x="0" y="1440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6000" y="4351254"/>
            <a:ext cx="9496508" cy="4206266"/>
          </a:xfrm>
          <a:custGeom>
            <a:avLst/>
            <a:gdLst/>
            <a:ahLst/>
            <a:cxnLst/>
            <a:rect r="r" b="b" t="t" l="l"/>
            <a:pathLst>
              <a:path h="4206266" w="9496508">
                <a:moveTo>
                  <a:pt x="0" y="0"/>
                </a:moveTo>
                <a:lnTo>
                  <a:pt x="9496508" y="0"/>
                </a:lnTo>
                <a:lnTo>
                  <a:pt x="9496508" y="4206267"/>
                </a:lnTo>
                <a:lnTo>
                  <a:pt x="0" y="4206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9710" b="0"/>
            </a:stretch>
          </a:blipFill>
          <a:ln w="47625" cap="rnd">
            <a:solidFill>
              <a:srgbClr val="00AA5A"/>
            </a:solidFill>
            <a:prstDash val="solid"/>
            <a:round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5519" cy="10287000"/>
            <a:chOff x="0" y="0"/>
            <a:chExt cx="76711" cy="3839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711" cy="3839650"/>
            </a:xfrm>
            <a:custGeom>
              <a:avLst/>
              <a:gdLst/>
              <a:ahLst/>
              <a:cxnLst/>
              <a:rect r="r" b="b" t="t" l="l"/>
              <a:pathLst>
                <a:path h="3839650" w="76711">
                  <a:moveTo>
                    <a:pt x="0" y="0"/>
                  </a:moveTo>
                  <a:lnTo>
                    <a:pt x="76711" y="0"/>
                  </a:lnTo>
                  <a:lnTo>
                    <a:pt x="76711" y="3839650"/>
                  </a:lnTo>
                  <a:lnTo>
                    <a:pt x="0" y="3839650"/>
                  </a:lnTo>
                  <a:close/>
                </a:path>
              </a:pathLst>
            </a:custGeom>
            <a:solidFill>
              <a:srgbClr val="00AA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6711" cy="3839650"/>
            </a:xfrm>
            <a:prstGeom prst="rect">
              <a:avLst/>
            </a:prstGeom>
          </p:spPr>
          <p:txBody>
            <a:bodyPr anchor="ctr" rtlCol="false" tIns="48775" lIns="48775" bIns="48775" rIns="48775"/>
            <a:lstStyle/>
            <a:p>
              <a:pPr algn="ctr">
                <a:lnSpc>
                  <a:spcPts val="161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76000" y="442177"/>
            <a:ext cx="3828706" cy="1531482"/>
          </a:xfrm>
          <a:custGeom>
            <a:avLst/>
            <a:gdLst/>
            <a:ahLst/>
            <a:cxnLst/>
            <a:rect r="r" b="b" t="t" l="l"/>
            <a:pathLst>
              <a:path h="1531482" w="3828706">
                <a:moveTo>
                  <a:pt x="0" y="0"/>
                </a:moveTo>
                <a:lnTo>
                  <a:pt x="3828706" y="0"/>
                </a:lnTo>
                <a:lnTo>
                  <a:pt x="3828706" y="1531483"/>
                </a:lnTo>
                <a:lnTo>
                  <a:pt x="0" y="1531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2040" y="4673230"/>
            <a:ext cx="7016434" cy="2440499"/>
          </a:xfrm>
          <a:custGeom>
            <a:avLst/>
            <a:gdLst/>
            <a:ahLst/>
            <a:cxnLst/>
            <a:rect r="r" b="b" t="t" l="l"/>
            <a:pathLst>
              <a:path h="2440499" w="7016434">
                <a:moveTo>
                  <a:pt x="0" y="0"/>
                </a:moveTo>
                <a:lnTo>
                  <a:pt x="7016434" y="0"/>
                </a:lnTo>
                <a:lnTo>
                  <a:pt x="7016434" y="2440499"/>
                </a:lnTo>
                <a:lnTo>
                  <a:pt x="0" y="2440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85649" y="3298530"/>
            <a:ext cx="4006830" cy="3815199"/>
          </a:xfrm>
          <a:custGeom>
            <a:avLst/>
            <a:gdLst/>
            <a:ahLst/>
            <a:cxnLst/>
            <a:rect r="r" b="b" t="t" l="l"/>
            <a:pathLst>
              <a:path h="3815199" w="4006830">
                <a:moveTo>
                  <a:pt x="0" y="0"/>
                </a:moveTo>
                <a:lnTo>
                  <a:pt x="4006830" y="0"/>
                </a:lnTo>
                <a:lnTo>
                  <a:pt x="4006830" y="3815199"/>
                </a:lnTo>
                <a:lnTo>
                  <a:pt x="0" y="3815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602843" y="1026944"/>
            <a:ext cx="7082314" cy="133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44"/>
              </a:lnSpc>
              <a:spcBef>
                <a:spcPct val="0"/>
              </a:spcBef>
            </a:pPr>
            <a:r>
              <a:rPr lang="en-US" b="true" sz="7603" strike="noStrike" u="none">
                <a:solidFill>
                  <a:srgbClr val="303642"/>
                </a:solidFill>
                <a:latin typeface="Arimo Bold"/>
                <a:ea typeface="Arimo Bold"/>
                <a:cs typeface="Arimo Bold"/>
                <a:sym typeface="Arimo Bold"/>
              </a:rPr>
              <a:t>TECHNOLOGIE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285121" y="308474"/>
            <a:ext cx="3888734" cy="1440452"/>
          </a:xfrm>
          <a:custGeom>
            <a:avLst/>
            <a:gdLst/>
            <a:ahLst/>
            <a:cxnLst/>
            <a:rect r="r" b="b" t="t" l="l"/>
            <a:pathLst>
              <a:path h="1440452" w="3888734">
                <a:moveTo>
                  <a:pt x="0" y="0"/>
                </a:moveTo>
                <a:lnTo>
                  <a:pt x="3888733" y="0"/>
                </a:lnTo>
                <a:lnTo>
                  <a:pt x="3888733" y="1440452"/>
                </a:lnTo>
                <a:lnTo>
                  <a:pt x="0" y="1440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99992" y="7560230"/>
            <a:ext cx="6505617" cy="165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8"/>
              </a:lnSpc>
            </a:pPr>
            <a:r>
              <a:rPr lang="en-US" sz="34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Astro web framework for speed and flexibility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6256" y="7560230"/>
            <a:ext cx="6505617" cy="165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8"/>
              </a:lnSpc>
            </a:pPr>
            <a:r>
              <a:rPr lang="en-US" sz="34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React for performance and usability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5519" cy="10287000"/>
            <a:chOff x="0" y="0"/>
            <a:chExt cx="76711" cy="3839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711" cy="3839650"/>
            </a:xfrm>
            <a:custGeom>
              <a:avLst/>
              <a:gdLst/>
              <a:ahLst/>
              <a:cxnLst/>
              <a:rect r="r" b="b" t="t" l="l"/>
              <a:pathLst>
                <a:path h="3839650" w="76711">
                  <a:moveTo>
                    <a:pt x="0" y="0"/>
                  </a:moveTo>
                  <a:lnTo>
                    <a:pt x="76711" y="0"/>
                  </a:lnTo>
                  <a:lnTo>
                    <a:pt x="76711" y="3839650"/>
                  </a:lnTo>
                  <a:lnTo>
                    <a:pt x="0" y="3839650"/>
                  </a:lnTo>
                  <a:close/>
                </a:path>
              </a:pathLst>
            </a:custGeom>
            <a:solidFill>
              <a:srgbClr val="00AA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6711" cy="3839650"/>
            </a:xfrm>
            <a:prstGeom prst="rect">
              <a:avLst/>
            </a:prstGeom>
          </p:spPr>
          <p:txBody>
            <a:bodyPr anchor="ctr" rtlCol="false" tIns="48775" lIns="48775" bIns="48775" rIns="48775"/>
            <a:lstStyle/>
            <a:p>
              <a:pPr algn="ctr">
                <a:lnSpc>
                  <a:spcPts val="161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76000" y="442177"/>
            <a:ext cx="3828706" cy="1531482"/>
          </a:xfrm>
          <a:custGeom>
            <a:avLst/>
            <a:gdLst/>
            <a:ahLst/>
            <a:cxnLst/>
            <a:rect r="r" b="b" t="t" l="l"/>
            <a:pathLst>
              <a:path h="1531482" w="3828706">
                <a:moveTo>
                  <a:pt x="0" y="0"/>
                </a:moveTo>
                <a:lnTo>
                  <a:pt x="3828706" y="0"/>
                </a:lnTo>
                <a:lnTo>
                  <a:pt x="3828706" y="1531483"/>
                </a:lnTo>
                <a:lnTo>
                  <a:pt x="0" y="1531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60943" y="4146879"/>
            <a:ext cx="2783715" cy="2642355"/>
          </a:xfrm>
          <a:custGeom>
            <a:avLst/>
            <a:gdLst/>
            <a:ahLst/>
            <a:cxnLst/>
            <a:rect r="r" b="b" t="t" l="l"/>
            <a:pathLst>
              <a:path h="2642355" w="2783715">
                <a:moveTo>
                  <a:pt x="0" y="0"/>
                </a:moveTo>
                <a:lnTo>
                  <a:pt x="2783715" y="0"/>
                </a:lnTo>
                <a:lnTo>
                  <a:pt x="2783715" y="2642355"/>
                </a:lnTo>
                <a:lnTo>
                  <a:pt x="0" y="2642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81961" y="3739384"/>
            <a:ext cx="3472779" cy="3457345"/>
          </a:xfrm>
          <a:custGeom>
            <a:avLst/>
            <a:gdLst/>
            <a:ahLst/>
            <a:cxnLst/>
            <a:rect r="r" b="b" t="t" l="l"/>
            <a:pathLst>
              <a:path h="3457345" w="3472779">
                <a:moveTo>
                  <a:pt x="0" y="0"/>
                </a:moveTo>
                <a:lnTo>
                  <a:pt x="3472780" y="0"/>
                </a:lnTo>
                <a:lnTo>
                  <a:pt x="3472780" y="3457345"/>
                </a:lnTo>
                <a:lnTo>
                  <a:pt x="0" y="34573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66030" y="1026944"/>
            <a:ext cx="8155940" cy="133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44"/>
              </a:lnSpc>
              <a:spcBef>
                <a:spcPct val="0"/>
              </a:spcBef>
            </a:pPr>
            <a:r>
              <a:rPr lang="en-US" b="true" sz="7603" strike="noStrike" u="none">
                <a:solidFill>
                  <a:srgbClr val="303642"/>
                </a:solidFill>
                <a:latin typeface="Arimo Bold"/>
                <a:ea typeface="Arimo Bold"/>
                <a:cs typeface="Arimo Bold"/>
                <a:sym typeface="Arimo Bold"/>
              </a:rPr>
              <a:t>USED LIBRARIES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9992" y="7560230"/>
            <a:ext cx="6505617" cy="165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8"/>
              </a:lnSpc>
            </a:pPr>
            <a:r>
              <a:rPr lang="en-US" sz="34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D3 library to display and manage the map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8694" y="7493434"/>
            <a:ext cx="5339315" cy="176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8"/>
              </a:lnSpc>
            </a:pPr>
            <a:r>
              <a:rPr lang="en-US" sz="3629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Shadcn library to display the statistics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285121" y="308474"/>
            <a:ext cx="3888734" cy="1440452"/>
          </a:xfrm>
          <a:custGeom>
            <a:avLst/>
            <a:gdLst/>
            <a:ahLst/>
            <a:cxnLst/>
            <a:rect r="r" b="b" t="t" l="l"/>
            <a:pathLst>
              <a:path h="1440452" w="3888734">
                <a:moveTo>
                  <a:pt x="0" y="0"/>
                </a:moveTo>
                <a:lnTo>
                  <a:pt x="3888733" y="0"/>
                </a:lnTo>
                <a:lnTo>
                  <a:pt x="3888733" y="1440452"/>
                </a:lnTo>
                <a:lnTo>
                  <a:pt x="0" y="1440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5519" cy="10287000"/>
            <a:chOff x="0" y="0"/>
            <a:chExt cx="76711" cy="3839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711" cy="3839650"/>
            </a:xfrm>
            <a:custGeom>
              <a:avLst/>
              <a:gdLst/>
              <a:ahLst/>
              <a:cxnLst/>
              <a:rect r="r" b="b" t="t" l="l"/>
              <a:pathLst>
                <a:path h="3839650" w="76711">
                  <a:moveTo>
                    <a:pt x="0" y="0"/>
                  </a:moveTo>
                  <a:lnTo>
                    <a:pt x="76711" y="0"/>
                  </a:lnTo>
                  <a:lnTo>
                    <a:pt x="76711" y="3839650"/>
                  </a:lnTo>
                  <a:lnTo>
                    <a:pt x="0" y="3839650"/>
                  </a:lnTo>
                  <a:close/>
                </a:path>
              </a:pathLst>
            </a:custGeom>
            <a:solidFill>
              <a:srgbClr val="00AA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6711" cy="3839650"/>
            </a:xfrm>
            <a:prstGeom prst="rect">
              <a:avLst/>
            </a:prstGeom>
          </p:spPr>
          <p:txBody>
            <a:bodyPr anchor="ctr" rtlCol="false" tIns="48775" lIns="48775" bIns="48775" rIns="48775"/>
            <a:lstStyle/>
            <a:p>
              <a:pPr algn="ctr">
                <a:lnSpc>
                  <a:spcPts val="161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76000" y="442177"/>
            <a:ext cx="3828706" cy="1531482"/>
          </a:xfrm>
          <a:custGeom>
            <a:avLst/>
            <a:gdLst/>
            <a:ahLst/>
            <a:cxnLst/>
            <a:rect r="r" b="b" t="t" l="l"/>
            <a:pathLst>
              <a:path h="1531482" w="3828706">
                <a:moveTo>
                  <a:pt x="0" y="0"/>
                </a:moveTo>
                <a:lnTo>
                  <a:pt x="3828706" y="0"/>
                </a:lnTo>
                <a:lnTo>
                  <a:pt x="3828706" y="1531483"/>
                </a:lnTo>
                <a:lnTo>
                  <a:pt x="0" y="1531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68725" y="4143008"/>
            <a:ext cx="8303649" cy="4151824"/>
          </a:xfrm>
          <a:custGeom>
            <a:avLst/>
            <a:gdLst/>
            <a:ahLst/>
            <a:cxnLst/>
            <a:rect r="r" b="b" t="t" l="l"/>
            <a:pathLst>
              <a:path h="4151824" w="8303649">
                <a:moveTo>
                  <a:pt x="0" y="0"/>
                </a:moveTo>
                <a:lnTo>
                  <a:pt x="8303649" y="0"/>
                </a:lnTo>
                <a:lnTo>
                  <a:pt x="8303649" y="4151824"/>
                </a:lnTo>
                <a:lnTo>
                  <a:pt x="0" y="4151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0AA5A"/>
            </a:solidFill>
            <a:prstDash val="solid"/>
            <a:round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33934" y="4185655"/>
            <a:ext cx="7741544" cy="4045066"/>
          </a:xfrm>
          <a:custGeom>
            <a:avLst/>
            <a:gdLst/>
            <a:ahLst/>
            <a:cxnLst/>
            <a:rect r="r" b="b" t="t" l="l"/>
            <a:pathLst>
              <a:path h="4045066" w="7741544">
                <a:moveTo>
                  <a:pt x="0" y="0"/>
                </a:moveTo>
                <a:lnTo>
                  <a:pt x="7741544" y="0"/>
                </a:lnTo>
                <a:lnTo>
                  <a:pt x="7741544" y="4045065"/>
                </a:lnTo>
                <a:lnTo>
                  <a:pt x="0" y="40450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306" t="0" r="-20913" b="0"/>
            </a:stretch>
          </a:blipFill>
          <a:ln w="47625" cap="rnd">
            <a:solidFill>
              <a:srgbClr val="00AA5A"/>
            </a:solidFill>
            <a:prstDash val="solid"/>
            <a:round/>
          </a:ln>
        </p:spPr>
      </p:sp>
      <p:grpSp>
        <p:nvGrpSpPr>
          <p:cNvPr name="Group 8" id="8"/>
          <p:cNvGrpSpPr/>
          <p:nvPr/>
        </p:nvGrpSpPr>
        <p:grpSpPr>
          <a:xfrm rot="-10800000">
            <a:off x="8275478" y="5823927"/>
            <a:ext cx="1393247" cy="1052348"/>
            <a:chOff x="0" y="0"/>
            <a:chExt cx="706190" cy="53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190" cy="533400"/>
            </a:xfrm>
            <a:custGeom>
              <a:avLst/>
              <a:gdLst/>
              <a:ahLst/>
              <a:cxnLst/>
              <a:rect r="r" b="b" t="t" l="l"/>
              <a:pathLst>
                <a:path h="533400" w="706190">
                  <a:moveTo>
                    <a:pt x="239386" y="166418"/>
                  </a:moveTo>
                  <a:lnTo>
                    <a:pt x="706190" y="166418"/>
                  </a:lnTo>
                  <a:lnTo>
                    <a:pt x="70619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0AA5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0650" y="165100"/>
              <a:ext cx="585540" cy="203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1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346456" y="1045994"/>
            <a:ext cx="9595089" cy="230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4"/>
              </a:lnSpc>
              <a:spcBef>
                <a:spcPct val="0"/>
              </a:spcBef>
            </a:pPr>
            <a:r>
              <a:rPr lang="en-US" b="true" sz="6503" strike="noStrike" u="none">
                <a:solidFill>
                  <a:srgbClr val="303642"/>
                </a:solidFill>
                <a:latin typeface="Arimo Bold"/>
                <a:ea typeface="Arimo Bold"/>
                <a:cs typeface="Arimo Bold"/>
                <a:sym typeface="Arimo Bold"/>
              </a:rPr>
              <a:t>FEATURES AND NEW UI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760" y="8180532"/>
            <a:ext cx="8532656" cy="9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BEFORE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54222" y="8180532"/>
            <a:ext cx="8532656" cy="9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  <a:hlinkClick r:id="rId5" tooltip="https://project-week-tau.vercel.app"/>
              </a:rPr>
              <a:t>AFTER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285121" y="308474"/>
            <a:ext cx="3888734" cy="1440452"/>
          </a:xfrm>
          <a:custGeom>
            <a:avLst/>
            <a:gdLst/>
            <a:ahLst/>
            <a:cxnLst/>
            <a:rect r="r" b="b" t="t" l="l"/>
            <a:pathLst>
              <a:path h="1440452" w="3888734">
                <a:moveTo>
                  <a:pt x="0" y="0"/>
                </a:moveTo>
                <a:lnTo>
                  <a:pt x="3888733" y="0"/>
                </a:lnTo>
                <a:lnTo>
                  <a:pt x="3888733" y="1440452"/>
                </a:lnTo>
                <a:lnTo>
                  <a:pt x="0" y="14404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5519" cy="10287000"/>
            <a:chOff x="0" y="0"/>
            <a:chExt cx="76711" cy="3839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711" cy="3839650"/>
            </a:xfrm>
            <a:custGeom>
              <a:avLst/>
              <a:gdLst/>
              <a:ahLst/>
              <a:cxnLst/>
              <a:rect r="r" b="b" t="t" l="l"/>
              <a:pathLst>
                <a:path h="3839650" w="76711">
                  <a:moveTo>
                    <a:pt x="0" y="0"/>
                  </a:moveTo>
                  <a:lnTo>
                    <a:pt x="76711" y="0"/>
                  </a:lnTo>
                  <a:lnTo>
                    <a:pt x="76711" y="3839650"/>
                  </a:lnTo>
                  <a:lnTo>
                    <a:pt x="0" y="3839650"/>
                  </a:lnTo>
                  <a:close/>
                </a:path>
              </a:pathLst>
            </a:custGeom>
            <a:solidFill>
              <a:srgbClr val="00AA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6711" cy="3839650"/>
            </a:xfrm>
            <a:prstGeom prst="rect">
              <a:avLst/>
            </a:prstGeom>
          </p:spPr>
          <p:txBody>
            <a:bodyPr anchor="ctr" rtlCol="false" tIns="48775" lIns="48775" bIns="48775" rIns="48775"/>
            <a:lstStyle/>
            <a:p>
              <a:pPr algn="ctr">
                <a:lnSpc>
                  <a:spcPts val="161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76000" y="442177"/>
            <a:ext cx="3828706" cy="1531482"/>
          </a:xfrm>
          <a:custGeom>
            <a:avLst/>
            <a:gdLst/>
            <a:ahLst/>
            <a:cxnLst/>
            <a:rect r="r" b="b" t="t" l="l"/>
            <a:pathLst>
              <a:path h="1531482" w="3828706">
                <a:moveTo>
                  <a:pt x="0" y="0"/>
                </a:moveTo>
                <a:lnTo>
                  <a:pt x="3828706" y="0"/>
                </a:lnTo>
                <a:lnTo>
                  <a:pt x="3828706" y="1531483"/>
                </a:lnTo>
                <a:lnTo>
                  <a:pt x="0" y="1531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38304" y="1026944"/>
            <a:ext cx="5902007" cy="133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44"/>
              </a:lnSpc>
              <a:spcBef>
                <a:spcPct val="0"/>
              </a:spcBef>
            </a:pPr>
            <a:r>
              <a:rPr lang="en-US" b="true" sz="7603">
                <a:solidFill>
                  <a:srgbClr val="303642"/>
                </a:solidFill>
                <a:latin typeface="Arimo Bold"/>
                <a:ea typeface="Arimo Bold"/>
                <a:cs typeface="Arimo Bold"/>
                <a:sym typeface="Arimo Bold"/>
              </a:rPr>
              <a:t>QUESTION 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490353" y="2863899"/>
            <a:ext cx="13866390" cy="6933195"/>
          </a:xfrm>
          <a:custGeom>
            <a:avLst/>
            <a:gdLst/>
            <a:ahLst/>
            <a:cxnLst/>
            <a:rect r="r" b="b" t="t" l="l"/>
            <a:pathLst>
              <a:path h="6933195" w="13866390">
                <a:moveTo>
                  <a:pt x="0" y="0"/>
                </a:moveTo>
                <a:lnTo>
                  <a:pt x="13866390" y="0"/>
                </a:lnTo>
                <a:lnTo>
                  <a:pt x="13866390" y="6933195"/>
                </a:lnTo>
                <a:lnTo>
                  <a:pt x="0" y="6933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0AA5A"/>
            </a:solidFill>
            <a:prstDash val="solid"/>
            <a:round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285121" y="308474"/>
            <a:ext cx="3888734" cy="1440452"/>
          </a:xfrm>
          <a:custGeom>
            <a:avLst/>
            <a:gdLst/>
            <a:ahLst/>
            <a:cxnLst/>
            <a:rect r="r" b="b" t="t" l="l"/>
            <a:pathLst>
              <a:path h="1440452" w="3888734">
                <a:moveTo>
                  <a:pt x="0" y="0"/>
                </a:moveTo>
                <a:lnTo>
                  <a:pt x="3888733" y="0"/>
                </a:lnTo>
                <a:lnTo>
                  <a:pt x="3888733" y="1440452"/>
                </a:lnTo>
                <a:lnTo>
                  <a:pt x="0" y="1440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5519" cy="10287000"/>
            <a:chOff x="0" y="0"/>
            <a:chExt cx="76711" cy="3839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711" cy="3839650"/>
            </a:xfrm>
            <a:custGeom>
              <a:avLst/>
              <a:gdLst/>
              <a:ahLst/>
              <a:cxnLst/>
              <a:rect r="r" b="b" t="t" l="l"/>
              <a:pathLst>
                <a:path h="3839650" w="76711">
                  <a:moveTo>
                    <a:pt x="0" y="0"/>
                  </a:moveTo>
                  <a:lnTo>
                    <a:pt x="76711" y="0"/>
                  </a:lnTo>
                  <a:lnTo>
                    <a:pt x="76711" y="3839650"/>
                  </a:lnTo>
                  <a:lnTo>
                    <a:pt x="0" y="3839650"/>
                  </a:lnTo>
                  <a:close/>
                </a:path>
              </a:pathLst>
            </a:custGeom>
            <a:solidFill>
              <a:srgbClr val="00AA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6711" cy="3839650"/>
            </a:xfrm>
            <a:prstGeom prst="rect">
              <a:avLst/>
            </a:prstGeom>
          </p:spPr>
          <p:txBody>
            <a:bodyPr anchor="ctr" rtlCol="false" tIns="48775" lIns="48775" bIns="48775" rIns="48775"/>
            <a:lstStyle/>
            <a:p>
              <a:pPr algn="ctr">
                <a:lnSpc>
                  <a:spcPts val="161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76000" y="442177"/>
            <a:ext cx="3828706" cy="1531482"/>
          </a:xfrm>
          <a:custGeom>
            <a:avLst/>
            <a:gdLst/>
            <a:ahLst/>
            <a:cxnLst/>
            <a:rect r="r" b="b" t="t" l="l"/>
            <a:pathLst>
              <a:path h="1531482" w="3828706">
                <a:moveTo>
                  <a:pt x="0" y="0"/>
                </a:moveTo>
                <a:lnTo>
                  <a:pt x="3828706" y="0"/>
                </a:lnTo>
                <a:lnTo>
                  <a:pt x="3828706" y="1531483"/>
                </a:lnTo>
                <a:lnTo>
                  <a:pt x="0" y="1531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69615" y="4387574"/>
            <a:ext cx="11748770" cy="133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44"/>
              </a:lnSpc>
              <a:spcBef>
                <a:spcPct val="0"/>
              </a:spcBef>
            </a:pPr>
            <a:r>
              <a:rPr lang="en-US" b="true" sz="7603">
                <a:solidFill>
                  <a:srgbClr val="303642"/>
                </a:solidFill>
                <a:latin typeface="Arimo Bold"/>
                <a:ea typeface="Arimo Bold"/>
                <a:cs typeface="Arimo Bold"/>
                <a:sym typeface="Arimo Bold"/>
              </a:rPr>
              <a:t>THANKS FOR LISTENING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694385" y="1752178"/>
            <a:ext cx="6899230" cy="2319866"/>
          </a:xfrm>
          <a:custGeom>
            <a:avLst/>
            <a:gdLst/>
            <a:ahLst/>
            <a:cxnLst/>
            <a:rect r="r" b="b" t="t" l="l"/>
            <a:pathLst>
              <a:path h="2319866" w="6899230">
                <a:moveTo>
                  <a:pt x="0" y="0"/>
                </a:moveTo>
                <a:lnTo>
                  <a:pt x="6899230" y="0"/>
                </a:lnTo>
                <a:lnTo>
                  <a:pt x="6899230" y="2319866"/>
                </a:lnTo>
                <a:lnTo>
                  <a:pt x="0" y="2319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73936" y="8845247"/>
            <a:ext cx="569860" cy="569860"/>
          </a:xfrm>
          <a:custGeom>
            <a:avLst/>
            <a:gdLst/>
            <a:ahLst/>
            <a:cxnLst/>
            <a:rect r="r" b="b" t="t" l="l"/>
            <a:pathLst>
              <a:path h="569860" w="569860">
                <a:moveTo>
                  <a:pt x="0" y="0"/>
                </a:moveTo>
                <a:lnTo>
                  <a:pt x="569860" y="0"/>
                </a:lnTo>
                <a:lnTo>
                  <a:pt x="569860" y="569859"/>
                </a:lnTo>
                <a:lnTo>
                  <a:pt x="0" y="569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664299" y="8911737"/>
            <a:ext cx="510254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rayan.ouerdane.epitech.eu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973936" y="9554540"/>
            <a:ext cx="569860" cy="569860"/>
          </a:xfrm>
          <a:custGeom>
            <a:avLst/>
            <a:gdLst/>
            <a:ahLst/>
            <a:cxnLst/>
            <a:rect r="r" b="b" t="t" l="l"/>
            <a:pathLst>
              <a:path h="569860" w="569860">
                <a:moveTo>
                  <a:pt x="0" y="0"/>
                </a:moveTo>
                <a:lnTo>
                  <a:pt x="569860" y="0"/>
                </a:lnTo>
                <a:lnTo>
                  <a:pt x="569860" y="569859"/>
                </a:lnTo>
                <a:lnTo>
                  <a:pt x="0" y="569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664299" y="9621029"/>
            <a:ext cx="582959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ayrton.ludger-crosnier@epitech.eu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973936" y="8132512"/>
            <a:ext cx="569860" cy="569860"/>
          </a:xfrm>
          <a:custGeom>
            <a:avLst/>
            <a:gdLst/>
            <a:ahLst/>
            <a:cxnLst/>
            <a:rect r="r" b="b" t="t" l="l"/>
            <a:pathLst>
              <a:path h="569860" w="569860">
                <a:moveTo>
                  <a:pt x="0" y="0"/>
                </a:moveTo>
                <a:lnTo>
                  <a:pt x="569860" y="0"/>
                </a:lnTo>
                <a:lnTo>
                  <a:pt x="569860" y="569860"/>
                </a:lnTo>
                <a:lnTo>
                  <a:pt x="0" y="569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664299" y="8199002"/>
            <a:ext cx="510254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alen.sarsen.epitech.eu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285121" y="308474"/>
            <a:ext cx="3888734" cy="1440452"/>
          </a:xfrm>
          <a:custGeom>
            <a:avLst/>
            <a:gdLst/>
            <a:ahLst/>
            <a:cxnLst/>
            <a:rect r="r" b="b" t="t" l="l"/>
            <a:pathLst>
              <a:path h="1440452" w="3888734">
                <a:moveTo>
                  <a:pt x="0" y="0"/>
                </a:moveTo>
                <a:lnTo>
                  <a:pt x="3888733" y="0"/>
                </a:lnTo>
                <a:lnTo>
                  <a:pt x="3888733" y="1440452"/>
                </a:lnTo>
                <a:lnTo>
                  <a:pt x="0" y="14404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DAG-lMTskcA</dc:identifier>
  <dcterms:modified xsi:type="dcterms:W3CDTF">2011-08-01T06:04:30Z</dcterms:modified>
  <cp:revision>1</cp:revision>
  <dc:title>#087EA4</dc:title>
</cp:coreProperties>
</file>